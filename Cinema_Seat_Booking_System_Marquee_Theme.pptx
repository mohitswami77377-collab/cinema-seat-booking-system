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060F"/>
          </a:solidFill>
          <a:ln/>
        </p:spPr>
      </p:sp>
      <p:sp>
        <p:nvSpPr>
          <p:cNvPr id="3" name="Shape 1"/>
          <p:cNvSpPr/>
          <p:nvPr/>
        </p:nvSpPr>
        <p:spPr>
          <a:xfrm>
            <a:off x="9189720" y="-228600"/>
            <a:ext cx="2468880" cy="2468880"/>
          </a:xfrm>
          <a:prstGeom prst="ellipse">
            <a:avLst/>
          </a:prstGeom>
          <a:solidFill>
            <a:srgbClr val="C9A227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69780" y="251460"/>
            <a:ext cx="1508760" cy="1508760"/>
          </a:xfrm>
          <a:prstGeom prst="ellipse">
            <a:avLst/>
          </a:prstGeom>
          <a:ln w="19050">
            <a:solidFill>
              <a:srgbClr val="C9A227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4492" y="882396"/>
            <a:ext cx="246888" cy="246888"/>
          </a:xfrm>
          <a:prstGeom prst="ellipse">
            <a:avLst/>
          </a:prstGeom>
          <a:solidFill>
            <a:srgbClr val="C9A227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47604" y="1310019"/>
            <a:ext cx="246888" cy="246888"/>
          </a:xfrm>
          <a:prstGeom prst="ellipse">
            <a:avLst/>
          </a:prstGeom>
          <a:solidFill>
            <a:srgbClr val="C9A227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053828" y="1310019"/>
            <a:ext cx="246888" cy="246888"/>
          </a:xfrm>
          <a:prstGeom prst="ellipse">
            <a:avLst/>
          </a:prstGeom>
          <a:solidFill>
            <a:srgbClr val="C9A227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806940" y="882396"/>
            <a:ext cx="246888" cy="246888"/>
          </a:xfrm>
          <a:prstGeom prst="ellipse">
            <a:avLst/>
          </a:prstGeom>
          <a:solidFill>
            <a:srgbClr val="C9A227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053828" y="454773"/>
            <a:ext cx="246888" cy="246888"/>
          </a:xfrm>
          <a:prstGeom prst="ellipse">
            <a:avLst/>
          </a:prstGeom>
          <a:solidFill>
            <a:srgbClr val="C9A227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547604" y="454773"/>
            <a:ext cx="246888" cy="246888"/>
          </a:xfrm>
          <a:prstGeom prst="ellipse">
            <a:avLst/>
          </a:prstGeom>
          <a:solidFill>
            <a:srgbClr val="C9A227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341864" y="923544"/>
            <a:ext cx="164592" cy="16459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24744" y="4946904"/>
            <a:ext cx="1810512" cy="1810512"/>
          </a:xfrm>
          <a:prstGeom prst="ellipse">
            <a:avLst/>
          </a:prstGeom>
          <a:solidFill>
            <a:srgbClr val="C9A227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876788" y="5298948"/>
            <a:ext cx="1106424" cy="1106424"/>
          </a:xfrm>
          <a:prstGeom prst="ellipse">
            <a:avLst/>
          </a:prstGeom>
          <a:ln w="19050">
            <a:solidFill>
              <a:srgbClr val="C9A227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701577" y="5761634"/>
            <a:ext cx="181051" cy="181051"/>
          </a:xfrm>
          <a:prstGeom prst="ellipse">
            <a:avLst/>
          </a:prstGeom>
          <a:solidFill>
            <a:srgbClr val="C9A227">
              <a:alpha val="7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520526" y="6075224"/>
            <a:ext cx="181051" cy="181051"/>
          </a:xfrm>
          <a:prstGeom prst="ellipse">
            <a:avLst/>
          </a:prstGeom>
          <a:solidFill>
            <a:srgbClr val="C9A227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158423" y="6075224"/>
            <a:ext cx="181051" cy="181051"/>
          </a:xfrm>
          <a:prstGeom prst="ellipse">
            <a:avLst/>
          </a:prstGeom>
          <a:solidFill>
            <a:srgbClr val="C9A227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977372" y="5761634"/>
            <a:ext cx="181051" cy="181051"/>
          </a:xfrm>
          <a:prstGeom prst="ellipse">
            <a:avLst/>
          </a:prstGeom>
          <a:solidFill>
            <a:srgbClr val="C9A227">
              <a:alpha val="7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158423" y="5448045"/>
            <a:ext cx="181051" cy="181051"/>
          </a:xfrm>
          <a:prstGeom prst="ellipse">
            <a:avLst/>
          </a:prstGeom>
          <a:solidFill>
            <a:srgbClr val="C9A227">
              <a:alpha val="7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0526" y="5448045"/>
            <a:ext cx="181051" cy="181051"/>
          </a:xfrm>
          <a:prstGeom prst="ellipse">
            <a:avLst/>
          </a:prstGeom>
          <a:solidFill>
            <a:srgbClr val="C9A227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369650" y="5791810"/>
            <a:ext cx="120701" cy="120701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" y="502920"/>
            <a:ext cx="457200" cy="457200"/>
          </a:xfrm>
          <a:prstGeom prst="ellipse">
            <a:avLst/>
          </a:prstGeom>
          <a:ln w="1905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548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 •  PROJECT PRESENTATION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210312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CINEMA SEAT</a:t>
            </a:r>
            <a:endParaRPr lang="en-US" sz="5400" dirty="0"/>
          </a:p>
        </p:txBody>
      </p:sp>
      <p:sp>
        <p:nvSpPr>
          <p:cNvPr id="25" name="Text 23"/>
          <p:cNvSpPr/>
          <p:nvPr/>
        </p:nvSpPr>
        <p:spPr>
          <a:xfrm>
            <a:off x="731520" y="278892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SYSTEM</a:t>
            </a:r>
            <a:endParaRPr lang="en-US" sz="5400" dirty="0"/>
          </a:p>
        </p:txBody>
      </p:sp>
      <p:sp>
        <p:nvSpPr>
          <p:cNvPr id="26" name="Text 24"/>
          <p:cNvSpPr/>
          <p:nvPr/>
        </p:nvSpPr>
        <p:spPr>
          <a:xfrm>
            <a:off x="731520" y="3886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9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console application for movie ticket and seat reservation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1520" y="4709160"/>
            <a:ext cx="6035040" cy="1600200"/>
          </a:xfrm>
          <a:prstGeom prst="roundRect">
            <a:avLst>
              <a:gd name="adj" fmla="val 4000"/>
            </a:avLst>
          </a:prstGeom>
          <a:solidFill>
            <a:srgbClr val="3B0A1A">
              <a:alpha val="75000"/>
            </a:srgbClr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82803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No: 27   (KLH/PSPJ/27)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519379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Mohit Swami           2620030381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" y="5522976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Saketh                     2620030597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585216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Madhava NagaSai    2620030534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16-09-2026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76072" cy="384048"/>
          </a:xfrm>
          <a:prstGeom prst="roundRect">
            <a:avLst>
              <a:gd name="adj" fmla="val 50000"/>
            </a:avLst>
          </a:prstGeom>
          <a:solidFill>
            <a:srgbClr val="3B0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576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43584" y="53035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0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6309360" cy="4434840"/>
          </a:xfrm>
          <a:prstGeom prst="roundRect">
            <a:avLst>
              <a:gd name="adj" fmla="val 1856"/>
            </a:avLst>
          </a:prstGeom>
          <a:solidFill>
            <a:srgbClr val="FAF6EC"/>
          </a:solidFill>
          <a:ln w="12700">
            <a:solidFill>
              <a:srgbClr val="E9DF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5760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Seat Booking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Java-based application that simulates and manages the reservation of movie tickets in a cinema hall.
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replaces manual, paper-based ticketing with an automated, user-friendly digital platform where users browse movies, view showtimes, pick seats and confirm a booking in a few steps.
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maintains movie details, screening schedules, seating layouts and live booking status — once a seat is booked it is marked unavailable, preventing duplicate reservations and overbooking.
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supports two user roles: customers who search and book seats, and an admin who manages listings, showtimes and all bookings — a practical, small-scale demonstration of Java programming, similar in spirit to BookMyShow.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086600" y="1828800"/>
            <a:ext cx="2125980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87768" y="202996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10" name="Text 8"/>
          <p:cNvSpPr/>
          <p:nvPr/>
        </p:nvSpPr>
        <p:spPr>
          <a:xfrm>
            <a:off x="7287768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54696" y="2011680"/>
            <a:ext cx="11567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87768" y="2560320"/>
            <a:ext cx="1723644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user-friendly replacement for manual counter ticketing.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486900" y="1828800"/>
            <a:ext cx="2125980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88068" y="202996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15" name="Text 13"/>
          <p:cNvSpPr/>
          <p:nvPr/>
        </p:nvSpPr>
        <p:spPr>
          <a:xfrm>
            <a:off x="9688068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54996" y="2011680"/>
            <a:ext cx="11567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88068" y="2560320"/>
            <a:ext cx="1723644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lock on booking — no duplicate reservations or overbooking.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086600" y="4183380"/>
            <a:ext cx="2125980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87768" y="438454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20" name="Text 18"/>
          <p:cNvSpPr/>
          <p:nvPr/>
        </p:nvSpPr>
        <p:spPr>
          <a:xfrm>
            <a:off x="7287768" y="43845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54696" y="4366260"/>
            <a:ext cx="11567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87768" y="4914900"/>
            <a:ext cx="1723644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book seats; admin manages listings and showtimes.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486900" y="4183380"/>
            <a:ext cx="2125980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688068" y="438454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25" name="Text 23"/>
          <p:cNvSpPr/>
          <p:nvPr/>
        </p:nvSpPr>
        <p:spPr>
          <a:xfrm>
            <a:off x="9688068" y="43845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254996" y="4366260"/>
            <a:ext cx="11567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88068" y="4914900"/>
            <a:ext cx="1723644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use of Java classes, data structures and user interaction.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76072" cy="384048"/>
          </a:xfrm>
          <a:prstGeom prst="roundRect">
            <a:avLst>
              <a:gd name="adj" fmla="val 50000"/>
            </a:avLst>
          </a:prstGeom>
          <a:solidFill>
            <a:srgbClr val="3B0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576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43584" y="53035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0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Problem Statement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F4E4E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7A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606040"/>
            <a:ext cx="310896" cy="310896"/>
          </a:xfrm>
          <a:prstGeom prst="ellipse">
            <a:avLst/>
          </a:prstGeom>
          <a:solidFill>
            <a:srgbClr val="7A1E1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06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84" dirty="0"/>
          </a:p>
        </p:txBody>
      </p:sp>
      <p:sp>
        <p:nvSpPr>
          <p:cNvPr id="10" name="Text 8"/>
          <p:cNvSpPr/>
          <p:nvPr/>
        </p:nvSpPr>
        <p:spPr>
          <a:xfrm>
            <a:off x="1234440" y="25603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counter booking is slow, error-prone, and causes long queues.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474720"/>
            <a:ext cx="310896" cy="310896"/>
          </a:xfrm>
          <a:prstGeom prst="ellipse">
            <a:avLst/>
          </a:prstGeom>
          <a:solidFill>
            <a:srgbClr val="7A1E1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4747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84" dirty="0"/>
          </a:p>
        </p:txBody>
      </p:sp>
      <p:sp>
        <p:nvSpPr>
          <p:cNvPr id="13" name="Text 11"/>
          <p:cNvSpPr/>
          <p:nvPr/>
        </p:nvSpPr>
        <p:spPr>
          <a:xfrm>
            <a:off x="1234440" y="34290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seat records lead to double booking, overbooking and disputes.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343400"/>
            <a:ext cx="310896" cy="310896"/>
          </a:xfrm>
          <a:prstGeom prst="ellipse">
            <a:avLst/>
          </a:prstGeom>
          <a:solidFill>
            <a:srgbClr val="7A1E1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3434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84" dirty="0"/>
          </a:p>
        </p:txBody>
      </p:sp>
      <p:sp>
        <p:nvSpPr>
          <p:cNvPr id="16" name="Text 14"/>
          <p:cNvSpPr/>
          <p:nvPr/>
        </p:nvSpPr>
        <p:spPr>
          <a:xfrm>
            <a:off x="1234440" y="42976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can't check showtimes, seats or prices in advance.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5212080"/>
            <a:ext cx="310896" cy="310896"/>
          </a:xfrm>
          <a:prstGeom prst="ellipse">
            <a:avLst/>
          </a:prstGeom>
          <a:solidFill>
            <a:srgbClr val="7A1E1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2120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84" dirty="0"/>
          </a:p>
        </p:txBody>
      </p:sp>
      <p:sp>
        <p:nvSpPr>
          <p:cNvPr id="19" name="Text 17"/>
          <p:cNvSpPr/>
          <p:nvPr/>
        </p:nvSpPr>
        <p:spPr>
          <a:xfrm>
            <a:off x="1234440" y="51663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have no quick way to update listings or review bookings.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1828800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FBF1D3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057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92240" y="2606040"/>
            <a:ext cx="310896" cy="310896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2606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4" dirty="0"/>
          </a:p>
        </p:txBody>
      </p:sp>
      <p:sp>
        <p:nvSpPr>
          <p:cNvPr id="24" name="Text 22"/>
          <p:cNvSpPr/>
          <p:nvPr/>
        </p:nvSpPr>
        <p:spPr>
          <a:xfrm>
            <a:off x="6949440" y="25603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menu-driven Java app with one consistent record of every movie and seat.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92240" y="3474720"/>
            <a:ext cx="310896" cy="310896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4747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4" dirty="0"/>
          </a:p>
        </p:txBody>
      </p:sp>
      <p:sp>
        <p:nvSpPr>
          <p:cNvPr id="27" name="Text 25"/>
          <p:cNvSpPr/>
          <p:nvPr/>
        </p:nvSpPr>
        <p:spPr>
          <a:xfrm>
            <a:off x="6949440" y="34290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status updates instantly on confirmation — a seat can never sell twice.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92240" y="4343400"/>
            <a:ext cx="310896" cy="310896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43434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4" dirty="0"/>
          </a:p>
        </p:txBody>
      </p:sp>
      <p:sp>
        <p:nvSpPr>
          <p:cNvPr id="30" name="Text 28"/>
          <p:cNvSpPr/>
          <p:nvPr/>
        </p:nvSpPr>
        <p:spPr>
          <a:xfrm>
            <a:off x="6949440" y="42976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customer and admin roles keep booking simple and secure.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92240" y="5212080"/>
            <a:ext cx="310896" cy="310896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52120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4" dirty="0"/>
          </a:p>
        </p:txBody>
      </p:sp>
      <p:sp>
        <p:nvSpPr>
          <p:cNvPr id="33" name="Text 31"/>
          <p:cNvSpPr/>
          <p:nvPr/>
        </p:nvSpPr>
        <p:spPr>
          <a:xfrm>
            <a:off x="6949440" y="51663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filters surface showtimes, prices and availability instantly.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76072" cy="384048"/>
          </a:xfrm>
          <a:prstGeom prst="roundRect">
            <a:avLst>
              <a:gd name="adj" fmla="val 50000"/>
            </a:avLst>
          </a:prstGeom>
          <a:solidFill>
            <a:srgbClr val="3B0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576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43584" y="53035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0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of the System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544824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" y="202996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71016" y="2011680"/>
            <a:ext cx="257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Movies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" y="2560320"/>
            <a:ext cx="3142488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complete list of movies currently available.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2064" y="1828800"/>
            <a:ext cx="3544824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3232" y="202996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13" name="Text 11"/>
          <p:cNvSpPr/>
          <p:nvPr/>
        </p:nvSpPr>
        <p:spPr>
          <a:xfrm>
            <a:off x="4523232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90160" y="2011680"/>
            <a:ext cx="257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3232" y="2560320"/>
            <a:ext cx="3142488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movies by title, date, location, genre or movie ID.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41208" y="1828800"/>
            <a:ext cx="3544824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42376" y="202996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18" name="Text 16"/>
          <p:cNvSpPr/>
          <p:nvPr/>
        </p:nvSpPr>
        <p:spPr>
          <a:xfrm>
            <a:off x="8342376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09304" y="2011680"/>
            <a:ext cx="257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Details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42376" y="2560320"/>
            <a:ext cx="3142488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description, genre, date, location, seats and price.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183380"/>
            <a:ext cx="3544824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4088" y="438454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43845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71016" y="4366260"/>
            <a:ext cx="257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Tickets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" y="4914900"/>
            <a:ext cx="3142488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by movie ID and ticket count; total price auto-calculated.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22064" y="4183380"/>
            <a:ext cx="3544824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23232" y="438454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28" name="Text 26"/>
          <p:cNvSpPr/>
          <p:nvPr/>
        </p:nvSpPr>
        <p:spPr>
          <a:xfrm>
            <a:off x="4523232" y="43845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⧖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90160" y="4366260"/>
            <a:ext cx="257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History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23232" y="4914900"/>
            <a:ext cx="3142488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every past booking, tickets and amount paid.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41208" y="4183380"/>
            <a:ext cx="3544824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42376" y="438454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33" name="Text 31"/>
          <p:cNvSpPr/>
          <p:nvPr/>
        </p:nvSpPr>
        <p:spPr>
          <a:xfrm>
            <a:off x="8342376" y="43845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909304" y="4366260"/>
            <a:ext cx="257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42376" y="4914900"/>
            <a:ext cx="3142488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delete and update movie listings.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717804" cy="384048"/>
          </a:xfrm>
          <a:prstGeom prst="roundRect">
            <a:avLst>
              <a:gd name="adj" fmla="val 50000"/>
            </a:avLst>
          </a:prstGeom>
          <a:solidFill>
            <a:srgbClr val="3B0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7178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85316" y="53035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0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Problem to Program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544824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" y="202996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71016" y="2011680"/>
            <a:ext cx="257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" y="2560320"/>
            <a:ext cx="3142488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&amp; flowcharts plan the booking workflow before coding.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2064" y="1828800"/>
            <a:ext cx="3544824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3232" y="202996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13" name="Text 11"/>
          <p:cNvSpPr/>
          <p:nvPr/>
        </p:nvSpPr>
        <p:spPr>
          <a:xfrm>
            <a:off x="4523232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90160" y="2011680"/>
            <a:ext cx="257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Environment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3232" y="2560320"/>
            <a:ext cx="3142488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JDK/JVM setup and the basic structure of a Java program.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41208" y="1828800"/>
            <a:ext cx="3544824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42376" y="202996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18" name="Text 16"/>
          <p:cNvSpPr/>
          <p:nvPr/>
        </p:nvSpPr>
        <p:spPr>
          <a:xfrm>
            <a:off x="8342376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09304" y="2011680"/>
            <a:ext cx="257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&amp; Variables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42376" y="2560320"/>
            <a:ext cx="3142488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Primitives, constants and identifiers for ID, price, seat count.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183380"/>
            <a:ext cx="3544824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4088" y="438454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43845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71016" y="4366260"/>
            <a:ext cx="257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" y="4914900"/>
            <a:ext cx="3142488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Arithmetic, relational, logical, ternary &amp; bitwise in price/availability checks.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22064" y="4183380"/>
            <a:ext cx="3544824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23232" y="438454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28" name="Text 26"/>
          <p:cNvSpPr/>
          <p:nvPr/>
        </p:nvSpPr>
        <p:spPr>
          <a:xfrm>
            <a:off x="4523232" y="43845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90160" y="4366260"/>
            <a:ext cx="257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Typecasting &amp; Expressions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23232" y="4914900"/>
            <a:ext cx="3142488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plus precedence and associativity in calculations.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41208" y="4183380"/>
            <a:ext cx="3544824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42376" y="438454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33" name="Text 31"/>
          <p:cNvSpPr/>
          <p:nvPr/>
        </p:nvSpPr>
        <p:spPr>
          <a:xfrm>
            <a:off x="8342376" y="43845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909304" y="4366260"/>
            <a:ext cx="257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I/O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42376" y="4914900"/>
            <a:ext cx="3142488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menu printing and reading input with Scanner.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717804" cy="384048"/>
          </a:xfrm>
          <a:prstGeom prst="roundRect">
            <a:avLst>
              <a:gd name="adj" fmla="val 50000"/>
            </a:avLst>
          </a:prstGeom>
          <a:solidFill>
            <a:srgbClr val="3B0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7178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85316" y="53035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0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Flow: Selection &amp; Iteration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544824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" y="202996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71016" y="2011680"/>
            <a:ext cx="257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" y="2560320"/>
            <a:ext cx="3142488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if-else, nested-if and if-else-if ladder drive menu logic.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2064" y="1828800"/>
            <a:ext cx="3544824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3232" y="202996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13" name="Text 11"/>
          <p:cNvSpPr/>
          <p:nvPr/>
        </p:nvSpPr>
        <p:spPr>
          <a:xfrm>
            <a:off x="4523232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☷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90160" y="2011680"/>
            <a:ext cx="257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Statement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3232" y="2560320"/>
            <a:ext cx="3142488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with default &amp; break handles the main menu.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41208" y="1828800"/>
            <a:ext cx="3544824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42376" y="202996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18" name="Text 16"/>
          <p:cNvSpPr/>
          <p:nvPr/>
        </p:nvSpPr>
        <p:spPr>
          <a:xfrm>
            <a:off x="8342376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09304" y="2011680"/>
            <a:ext cx="257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Statements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42376" y="2560320"/>
            <a:ext cx="3142488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blocks execute multi-step booking logic.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183380"/>
            <a:ext cx="3544824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4088" y="438454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43845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71016" y="4366260"/>
            <a:ext cx="257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" y="4914900"/>
            <a:ext cx="3142488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while, do-while and for list movies and print seat layouts.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22064" y="4183380"/>
            <a:ext cx="3544824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23232" y="438454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28" name="Text 26"/>
          <p:cNvSpPr/>
          <p:nvPr/>
        </p:nvSpPr>
        <p:spPr>
          <a:xfrm>
            <a:off x="4523232" y="43845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↷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90160" y="4366260"/>
            <a:ext cx="257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Control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23232" y="4914900"/>
            <a:ext cx="3142488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skips unavailable seats; nested loops render the seat grid.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41208" y="4183380"/>
            <a:ext cx="3544824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42376" y="438454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33" name="Text 31"/>
          <p:cNvSpPr/>
          <p:nvPr/>
        </p:nvSpPr>
        <p:spPr>
          <a:xfrm>
            <a:off x="8342376" y="43845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909304" y="4366260"/>
            <a:ext cx="257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Infinite Loops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42376" y="4914900"/>
            <a:ext cx="3142488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exit conditions keep the booking menu terminating cleanly.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717804" cy="384048"/>
          </a:xfrm>
          <a:prstGeom prst="roundRect">
            <a:avLst>
              <a:gd name="adj" fmla="val 50000"/>
            </a:avLst>
          </a:prstGeom>
          <a:solidFill>
            <a:srgbClr val="3B0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7178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85316" y="53035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0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Methods, Recursion &amp; Arrays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544824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" y="202996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71016" y="2011680"/>
            <a:ext cx="257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Programming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" y="2560320"/>
            <a:ext cx="3142488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split into methods for booking, searching, display.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2064" y="1828800"/>
            <a:ext cx="3544824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3232" y="202996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13" name="Text 11"/>
          <p:cNvSpPr/>
          <p:nvPr/>
        </p:nvSpPr>
        <p:spPr>
          <a:xfrm>
            <a:off x="4523232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90160" y="2011680"/>
            <a:ext cx="257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3232" y="2560320"/>
            <a:ext cx="3142488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invocation, parameter passing and return values.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41208" y="1828800"/>
            <a:ext cx="3544824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42376" y="202996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18" name="Text 16"/>
          <p:cNvSpPr/>
          <p:nvPr/>
        </p:nvSpPr>
        <p:spPr>
          <a:xfrm>
            <a:off x="8342376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09304" y="2011680"/>
            <a:ext cx="257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Overloading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42376" y="2560320"/>
            <a:ext cx="3142488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Overloaded methods book by movie ID or by title.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183380"/>
            <a:ext cx="3544824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4088" y="438454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43845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71016" y="4366260"/>
            <a:ext cx="257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for-each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" y="4914900"/>
            <a:ext cx="3142488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over movie lists and booking history.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22064" y="4183380"/>
            <a:ext cx="3544824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23232" y="438454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28" name="Text 26"/>
          <p:cNvSpPr/>
          <p:nvPr/>
        </p:nvSpPr>
        <p:spPr>
          <a:xfrm>
            <a:off x="4523232" y="43845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90160" y="4366260"/>
            <a:ext cx="257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23232" y="4914900"/>
            <a:ext cx="3142488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and recursive case applied, e.g. searching movie records.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41208" y="4183380"/>
            <a:ext cx="3544824" cy="20802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E9DFC8"/>
            </a:solidFill>
            <a:prstDash val="solid"/>
          </a:ln>
          <a:effectLst>
            <a:outerShdw sx="100000" sy="100000" kx="0" ky="0" algn="bl" rotWithShape="0" blurRad="76200" dist="25400" dir="5400000">
              <a:srgbClr val="3B0A1A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42376" y="4384548"/>
            <a:ext cx="457200" cy="45720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33" name="Text 31"/>
          <p:cNvSpPr/>
          <p:nvPr/>
        </p:nvSpPr>
        <p:spPr>
          <a:xfrm>
            <a:off x="8342376" y="43845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909304" y="4366260"/>
            <a:ext cx="257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&amp; 2D Arrays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42376" y="4914900"/>
            <a:ext cx="3142488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rows (traverse/search/count) and the full seating matrix.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76072" cy="384048"/>
          </a:xfrm>
          <a:prstGeom prst="roundRect">
            <a:avLst>
              <a:gd name="adj" fmla="val 50000"/>
            </a:avLst>
          </a:prstGeom>
          <a:solidFill>
            <a:srgbClr val="3B0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576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43584" y="53035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LINKS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0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 &amp; Geo-Tag Photo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212080" cy="4434840"/>
          </a:xfrm>
          <a:prstGeom prst="roundRect">
            <a:avLst>
              <a:gd name="adj" fmla="val 1856"/>
            </a:avLst>
          </a:prstGeom>
          <a:solidFill>
            <a:srgbClr val="3B0A1A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260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508760" y="22128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code, commit history and documentation for the project.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566160"/>
            <a:ext cx="45720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63931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github.com/mohitswami77377-collab/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Cinema-Seat-Booking-System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45720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9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maintained throughout development, with source shared for review.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828800"/>
            <a:ext cx="5650992" cy="4434840"/>
          </a:xfrm>
          <a:prstGeom prst="roundRect">
            <a:avLst>
              <a:gd name="adj" fmla="val 1856"/>
            </a:avLst>
          </a:prstGeom>
          <a:solidFill>
            <a:srgbClr val="FAF6EC"/>
          </a:solidFill>
          <a:ln w="15875">
            <a:solidFill>
              <a:srgbClr val="C9A227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540496" y="3200400"/>
            <a:ext cx="640080" cy="640080"/>
          </a:xfrm>
          <a:prstGeom prst="ellipse">
            <a:avLst/>
          </a:prstGeom>
          <a:solidFill>
            <a:srgbClr val="3B0A1A"/>
          </a:solidFill>
          <a:ln/>
        </p:spPr>
      </p:sp>
      <p:sp>
        <p:nvSpPr>
          <p:cNvPr id="16" name="Text 14"/>
          <p:cNvSpPr/>
          <p:nvPr/>
        </p:nvSpPr>
        <p:spPr>
          <a:xfrm>
            <a:off x="8540496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6309360" y="4023360"/>
            <a:ext cx="5102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Geo-Tagged Team Photo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4434840"/>
            <a:ext cx="4553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geo-tagged photograph of the team here before presenting.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2026-09-19T08:54:04Z</dcterms:created>
  <dcterms:modified xsi:type="dcterms:W3CDTF">2026-09-19T08:54:04Z</dcterms:modified>
</cp:coreProperties>
</file>